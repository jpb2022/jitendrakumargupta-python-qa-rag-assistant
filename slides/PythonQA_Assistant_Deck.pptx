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Analytics Vidhya · AI Engineer Assessment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Assistant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learning tool grounded in real Stack Overflow discussions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7B9EC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Stack Overflow Corpus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97764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7B9EC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Gemini 2.0 Flash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112240"/>
          </a:solidFill>
          <a:ln w="12700">
            <a:solidFill>
              <a:srgbClr val="7B9EC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ChromaDB + FastAPI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Goal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2FF"/>
                </a:solidFill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Hallucinated code from generic LLMs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grounding in real-world discussions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Learners need verified, cited answers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524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E5A0"/>
                </a:solidFill>
              </a:rPr>
              <a:t>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 any Python-related query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Ground responses in Stack Overflow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017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Expose a production-ready REST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9EC8"/>
                </a:solidFill>
              </a:rPr>
              <a:t>Build a retrieval-augmented Q&amp;A system that eliminates hallucination for Python learners.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801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00E5A0">
              <a:alpha val="25000"/>
            </a:srgbClr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2801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00C2FF">
              <a:alpha val="25000"/>
            </a:srgbClr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FB547">
              <a:alpha val="25000"/>
            </a:srgbClr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12801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FB547">
              <a:alpha val="25000"/>
            </a:srgbClr>
          </a:solidFill>
          <a:ln w="25400">
            <a:solidFill>
              <a:srgbClr val="FFB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Top-K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00C2FF">
              <a:alpha val="25000"/>
            </a:srgbClr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2.0 Flash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1828800"/>
            <a:ext cx="228600" cy="0"/>
          </a:xfrm>
          <a:prstGeom prst="line">
            <a:avLst/>
          </a:prstGeom>
          <a:noFill/>
          <a:ln w="25400">
            <a:solidFill>
              <a:srgbClr val="7B9E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691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EC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1828800"/>
            <a:ext cx="228600" cy="0"/>
          </a:xfrm>
          <a:prstGeom prst="line">
            <a:avLst/>
          </a:prstGeom>
          <a:noFill/>
          <a:ln w="25400">
            <a:solidFill>
              <a:srgbClr val="7B9E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691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EC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228600" cy="0"/>
          </a:xfrm>
          <a:prstGeom prst="line">
            <a:avLst/>
          </a:prstGeom>
          <a:noFill/>
          <a:ln w="25400">
            <a:solidFill>
              <a:srgbClr val="7B9E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691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EC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828800"/>
            <a:ext cx="228600" cy="0"/>
          </a:xfrm>
          <a:prstGeom prst="line">
            <a:avLst/>
          </a:prstGeom>
          <a:noFill/>
          <a:ln w="25400">
            <a:solidFill>
              <a:srgbClr val="7B9E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691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EC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0" y="27432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122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Grounded Answer + Source Citations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9EC8"/>
                </a:solidFill>
              </a:rPr>
              <a:t>↑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E1D3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2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HTML clean → chunk → embed (text-embedding-004)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566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E1D3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461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2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search, top-k = 4 scored SO answers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566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E1D35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2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9319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with strict grounding system prompt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over Fine-tuning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build &amp; always updatable with new SO data — no retraining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188720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ChromaDB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persistent vector store — no external DB dependency for MVP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188720"/>
            <a:ext cx="164592" cy="164592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143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Flash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6002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&amp; cost-effective for Q&amp;A workloads at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164592" cy="16459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Score-sorted Answers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highest-voted accepted SO answers for quality grounding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3108960"/>
            <a:ext cx="164592" cy="16459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 Citations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520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for learners: every answer shows originating SO threads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42416"/>
            <a:ext cx="502920" cy="50292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" y="1554480"/>
            <a:ext cx="0" cy="27432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9728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Questions.csv + Answers.csv (or HuggingFace fallback)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502920" cy="50292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" y="2331720"/>
            <a:ext cx="0" cy="27432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9728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Merge &amp; Dedupe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question ID, deduplicate, sort by answer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502920" cy="50292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" y="3108960"/>
            <a:ext cx="0" cy="27432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972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 HTML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620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Stack Overflow HTML tags from post bodies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502920" cy="50292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" y="3886200"/>
            <a:ext cx="0" cy="27432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972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Embed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vectors with text-embedding-004 model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51376"/>
            <a:ext cx="502920" cy="502920"/>
          </a:xfrm>
          <a:prstGeom prst="ellipse">
            <a:avLst/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16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~1,500 Q&amp;A pairs in ChromaDB for semantic search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100584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B9EC8"/>
                </a:solidFill>
              </a:rPr>
              <a:t>CORPUS SIZE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A0"/>
                </a:solidFill>
              </a:rPr>
              <a:t>~1,500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492240" y="2148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EC8"/>
                </a:solidFill>
              </a:rPr>
              <a:t>Q&amp;A pairs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2560320"/>
            <a:ext cx="1828800" cy="0"/>
          </a:xfrm>
          <a:prstGeom prst="line">
            <a:avLst/>
          </a:prstGeom>
          <a:noFill/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B9EC8"/>
                </a:solidFill>
              </a:rPr>
              <a:t>Top-K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547"/>
                </a:solidFill>
              </a:rPr>
              <a:t>4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492240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EC8"/>
                </a:solidFill>
              </a:rPr>
              <a:t>docs retrieved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190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check + vector index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0C2FF">
              <a:alpha val="3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2278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grounded answer + source citations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E1D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Pydantic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EC8"/>
                </a:solidFill>
              </a:rPr>
              <a:t>3–2,000 chars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E1D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503 Guard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EC8"/>
                </a:solidFill>
              </a:rPr>
              <a:t>Index missing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9776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E1D3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OpenAPI Docs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EC8"/>
                </a:solidFill>
              </a:rPr>
              <a:t>/docs endpoint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Health endpoint liveness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Request validation (422)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503 with missing index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00C2FF">
              <a:alpha val="2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Integration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diverse Python queries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Pandas, decorators, GIL, exceptions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End-to-end RAG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005840"/>
            <a:ext cx="2743200" cy="548640"/>
          </a:xfrm>
          <a:prstGeom prst="roundRect">
            <a:avLst>
              <a:gd name="adj" fmla="val 20000"/>
            </a:avLst>
          </a:prstGeom>
          <a:solidFill>
            <a:srgbClr val="FFB547">
              <a:alpha val="25000"/>
            </a:srgbClr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Cases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6916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 &lt; 3 chars → 422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23774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Out-of-domain → graceful fallback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Missing index → 503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9EC8"/>
                </a:solidFill>
              </a:rPr>
              <a:t>Results documented in test_results/test_results.json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9EC8"/>
                </a:solidFill>
              </a:rPr>
              <a:t>Topics Tested: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pandas CSV reading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3258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decorators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258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GIL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928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exception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892808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8928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pip install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892808"/>
            <a:ext cx="2651760" cy="438912"/>
          </a:xfrm>
          <a:prstGeom prst="roundRect">
            <a:avLst>
              <a:gd name="adj" fmla="val 14583"/>
            </a:avLst>
          </a:prstGeom>
          <a:solidFill>
            <a:srgbClr val="112240"/>
          </a:solidFill>
          <a:ln w="12700">
            <a:solidFill>
              <a:srgbClr val="7B9EC8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8928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E"/>
                </a:solidFill>
              </a:rPr>
              <a:t>🐍  list comprehensions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9EC8"/>
                </a:solidFill>
              </a:rPr>
              <a:t>Quality Observations: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Strong on popular library questions (pandas, pip)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447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Retrieves relevant SO threads with titles cited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922776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Occasionally verbose — prompt tuning would help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9826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Out-of-domain queries get honest 'insufficient context'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100+ Concurrent Users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834640" cy="3520440"/>
          </a:xfrm>
          <a:prstGeom prst="roundRect">
            <a:avLst>
              <a:gd name="adj" fmla="val 387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2FF"/>
                </a:solidFill>
              </a:rPr>
              <a:t>⚡ Latency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2286000" cy="0"/>
          </a:xfrm>
          <a:prstGeom prst="line">
            <a:avLst/>
          </a:prstGeom>
          <a:noFill/>
          <a:ln w="12700">
            <a:solidFill>
              <a:srgbClr val="00C2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Async FastAPI endpoints (no blocking)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414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Connection pool for Chroma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912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Pre-warm embedding connections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834640" cy="3520440"/>
          </a:xfrm>
          <a:prstGeom prst="roundRect">
            <a:avLst>
              <a:gd name="adj" fmla="val 387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078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0"/>
                </a:solidFill>
              </a:rPr>
              <a:t>🗄 Database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1554480"/>
            <a:ext cx="2286000" cy="0"/>
          </a:xfrm>
          <a:prstGeom prst="line">
            <a:avLst/>
          </a:prstGeom>
          <a:noFill/>
          <a:ln w="1270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 to Pinecone / Qdrant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4414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Separate ingestion workers from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1912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Horizontal pod scaling + LB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834640" cy="3520440"/>
          </a:xfrm>
          <a:prstGeom prst="roundRect">
            <a:avLst>
              <a:gd name="adj" fmla="val 387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078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7"/>
                </a:solidFill>
              </a:rPr>
              <a:t>💾 Caching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1554480"/>
            <a:ext cx="2286000" cy="0"/>
          </a:xfrm>
          <a:prstGeom prst="line">
            <a:avLst/>
          </a:prstGeom>
          <a:noFill/>
          <a:ln w="12700">
            <a:solidFill>
              <a:srgbClr val="FFB547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Redis cache (TTL 1h) for hot queries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4414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Batch embeddings offline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19125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Smaller top_k for speed paths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0E1D35"/>
          </a:solidFill>
          <a:ln w="12700">
            <a:solidFill>
              <a:srgbClr val="7B9EC8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EC8"/>
                </a:solidFill>
              </a:rPr>
              <a:t>💲  Cost: Gemini Flash for generation + offline batch embeddings + rate limiting + request queuing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8046720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🔍  Hybrid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semantic for better recall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🏆  Re-ranking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 retrieved chunks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547"/>
                </a:solidFill>
              </a:rPr>
              <a:t>🔄  Feedback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to refine answer quality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📡  Streaming SSE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responses token by token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🔄  Incremental Index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endpoint to refresh index live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69748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2862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547"/>
                </a:solidFill>
              </a:rPr>
              <a:t>🌍  Multi-language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291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Python (JS, SQL, etc.)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9EC8"/>
                </a:solidFill>
              </a:rPr>
              <a:t>Questions? Let's discuss the architecture, tradeoffs, or scaling strategy.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Q&amp;A Assistant</dc:title>
  <dc:subject>PptxGenJS Presentation</dc:subject>
  <dc:creator>PptxGenJS</dc:creator>
  <cp:lastModifiedBy>PptxGenJS</cp:lastModifiedBy>
  <cp:revision>1</cp:revision>
  <dcterms:created xsi:type="dcterms:W3CDTF">2026-06-14T05:29:17Z</dcterms:created>
  <dcterms:modified xsi:type="dcterms:W3CDTF">2026-06-14T05:29:17Z</dcterms:modified>
</cp:coreProperties>
</file>